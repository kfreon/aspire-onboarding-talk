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76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32" y="10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A356B-5A9F-2B87-0717-8553317862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DF2963-AB5D-62C2-9366-5A728E590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556E22-E687-403F-BA7D-614C18273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BD3F5-BD16-4E9A-96A2-3A1B8604A0AE}" type="datetimeFigureOut">
              <a:rPr lang="en-AU" smtClean="0"/>
              <a:t>Wed 1/04/2026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75B4EF-AC13-DF2D-85D8-6B317695D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EAB21C-56A6-BE74-0506-A5593B32B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D68CB-3714-4851-9133-9ADB72B5626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64322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BA065-2F63-2E42-8521-E4EA6B3C9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B3E320-9955-BEFB-AF71-CD16A76AD7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4C9F02-B292-4141-5F09-F22441F2F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BD3F5-BD16-4E9A-96A2-3A1B8604A0AE}" type="datetimeFigureOut">
              <a:rPr lang="en-AU" smtClean="0"/>
              <a:t>Wed 1/04/2026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7DD4FD-C4F4-67C9-071B-601F106FE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D7362C-5866-0E11-A022-8939C39CB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D68CB-3714-4851-9133-9ADB72B5626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36568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D129D-DABF-E9EB-76B3-DA504E4CE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C281C5-946D-17F5-2A96-DAC9D6458C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56D65A-0994-DB95-CA20-C0B09AE07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BD3F5-BD16-4E9A-96A2-3A1B8604A0AE}" type="datetimeFigureOut">
              <a:rPr lang="en-AU" smtClean="0"/>
              <a:t>Wed 1/04/2026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AF58D8-0450-FAE7-427E-7D13A99F6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1F579F-74CD-97E0-E843-7C5C6C1DD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D68CB-3714-4851-9133-9ADB72B5626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4710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03357-D5B4-0395-8B2C-E472C255B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30D885-5EC6-424E-6C31-26B8906386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354560-B4B3-0A05-7880-57D3418291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4BD9A5-0FEC-5A70-AF76-5CA1F7A34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BD3F5-BD16-4E9A-96A2-3A1B8604A0AE}" type="datetimeFigureOut">
              <a:rPr lang="en-AU" smtClean="0"/>
              <a:t>Wed 1/04/2026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559FC1-7F6E-5ACC-C7DE-04116E81B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067F55-44BD-05E1-DFAF-D297D6981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D68CB-3714-4851-9133-9ADB72B5626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51876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EB681-6ED2-3608-1765-6856C272D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DE9F72-01D7-FFC6-6CF1-596245B989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C40236-D085-96BF-EE73-A2F1718433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5391E6-8A50-C091-9A3E-95EB990B13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5C3C94-1AE8-7986-55E6-5226ECE767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BAEC16-717C-E5A8-E59E-3F8E436A3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BD3F5-BD16-4E9A-96A2-3A1B8604A0AE}" type="datetimeFigureOut">
              <a:rPr lang="en-AU" smtClean="0"/>
              <a:t>Wed 1/04/2026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DB1884-A6E5-3A99-523E-39EC4F9BAC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C3291A-0C10-59B6-7A1B-CD6CD5141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D68CB-3714-4851-9133-9ADB72B5626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039595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B419C-AF9F-1E6A-7168-177818606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5BFA14-42A8-B3A6-0075-EFBD78BED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BD3F5-BD16-4E9A-96A2-3A1B8604A0AE}" type="datetimeFigureOut">
              <a:rPr lang="en-AU" smtClean="0"/>
              <a:t>Wed 1/04/2026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F5C8EE-B962-1AB1-67C3-560BE8960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990F3B-C6A1-B78E-898B-4FEED41E1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D68CB-3714-4851-9133-9ADB72B5626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651820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6AFC10-88FA-0173-78B9-A9C0B7FCA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BD3F5-BD16-4E9A-96A2-3A1B8604A0AE}" type="datetimeFigureOut">
              <a:rPr lang="en-AU" smtClean="0"/>
              <a:t>Wed 1/04/2026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A5E4D2A-E65D-9B1E-8160-98DCA7506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D3867C-7A00-4BDE-1A95-FF625B50D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D68CB-3714-4851-9133-9ADB72B5626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95189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F6342-7E74-D663-8513-CA9C11E16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E8B80C-F2BA-3FA0-A1BA-BB3694B0F5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6A0C72-00CF-988C-7428-7E77F8387C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45201C-343B-3BDB-C038-2E6592D0A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BD3F5-BD16-4E9A-96A2-3A1B8604A0AE}" type="datetimeFigureOut">
              <a:rPr lang="en-AU" smtClean="0"/>
              <a:t>Wed 1/04/2026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7F06DC-B3BF-ACD5-80FB-E218D8F5B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D19490-C8C7-2DFA-C719-4909320B1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D68CB-3714-4851-9133-9ADB72B5626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432292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91C42-35F4-740E-68FC-0F54060C5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8BE827-E65C-0771-9E28-EB094C6FEF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2AF7E0-4D11-5E4E-34F4-C98BF03F99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344684-9D54-FC9D-EF26-6E2B1924A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BD3F5-BD16-4E9A-96A2-3A1B8604A0AE}" type="datetimeFigureOut">
              <a:rPr lang="en-AU" smtClean="0"/>
              <a:t>Wed 1/04/2026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6FA46A-FA96-7BC5-01E6-D684879D9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9625F1-70CD-FC8F-421F-C36896511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D68CB-3714-4851-9133-9ADB72B5626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12695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6B6FC-0E00-6DD9-1A4F-11C6F2E62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9B57DF-3BBD-2746-54C4-1EF13C5984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A034FA-096F-8BF2-E15E-15475DEEF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BD3F5-BD16-4E9A-96A2-3A1B8604A0AE}" type="datetimeFigureOut">
              <a:rPr lang="en-AU" smtClean="0"/>
              <a:t>Wed 1/04/2026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CE4269-A87D-F203-3BB3-57383EDF4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C0887C-F630-C538-C4F1-FC237EE87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D68CB-3714-4851-9133-9ADB72B5626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059941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71FD9F-2F88-B9DD-970C-A2FDAC8216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17DE76-887E-9A55-01F0-ED1E841078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28446F-7C54-A142-6518-169FDA49C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BD3F5-BD16-4E9A-96A2-3A1B8604A0AE}" type="datetimeFigureOut">
              <a:rPr lang="en-AU" smtClean="0"/>
              <a:t>Wed 1/04/2026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2B1C8D-0FF9-CA0F-A5CB-E1586CC9C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117ADB-E3CD-4A16-A891-63E4D7DFD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D68CB-3714-4851-9133-9ADB72B5626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38907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D92539-736E-76EA-6309-D200510A4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5C64E4-4C9C-890D-AACB-36DA955F61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506CB7-2A2C-CC32-7EA3-2DF1BECF46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ABD3F5-BD16-4E9A-96A2-3A1B8604A0AE}" type="datetimeFigureOut">
              <a:rPr lang="en-AU" smtClean="0"/>
              <a:t>Wed 1/04/2026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65D487-95A6-F9F3-205D-7F70EB90B4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74DDBB-8C9F-E58C-1AA5-E5EBF06826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6D68CB-3714-4851-9133-9ADB72B5626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077932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8747F-2EB7-D178-C15F-220EA7EA72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AU" dirty="0"/>
              <a:t>Aspire: Onboarding and dev experience of the future?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871BF3-E623-AD14-0607-D32F4A25024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AU"/>
              <a:t>????</a:t>
            </a:r>
          </a:p>
        </p:txBody>
      </p:sp>
    </p:spTree>
    <p:extLst>
      <p:ext uri="{BB962C8B-B14F-4D97-AF65-F5344CB8AC3E}">
        <p14:creationId xmlns:p14="http://schemas.microsoft.com/office/powerpoint/2010/main" val="37379511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11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Aspire: Onboarding and dev experience of the future?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Kael Larkin</dc:creator>
  <cp:lastModifiedBy>Kael Larkin</cp:lastModifiedBy>
  <cp:revision>1</cp:revision>
  <dcterms:created xsi:type="dcterms:W3CDTF">2026-04-01T02:06:52Z</dcterms:created>
  <dcterms:modified xsi:type="dcterms:W3CDTF">2026-04-01T02:09:05Z</dcterms:modified>
</cp:coreProperties>
</file>