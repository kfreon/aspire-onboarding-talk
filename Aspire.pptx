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3"/>
  </p:notesMasterIdLst>
  <p:sldIdLst>
    <p:sldId id="256" r:id="rId2"/>
    <p:sldId id="258" r:id="rId3"/>
    <p:sldId id="264" r:id="rId4"/>
    <p:sldId id="257" r:id="rId5"/>
    <p:sldId id="259" r:id="rId6"/>
    <p:sldId id="260" r:id="rId7"/>
    <p:sldId id="265" r:id="rId8"/>
    <p:sldId id="263" r:id="rId9"/>
    <p:sldId id="261" r:id="rId10"/>
    <p:sldId id="262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76" autoAdjust="0"/>
    <p:restoredTop sz="89611" autoAdjust="0"/>
  </p:normalViewPr>
  <p:slideViewPr>
    <p:cSldViewPr snapToGrid="0">
      <p:cViewPr varScale="1">
        <p:scale>
          <a:sx n="93" d="100"/>
          <a:sy n="93" d="100"/>
        </p:scale>
        <p:origin x="108" y="1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8ABD95-CF89-4997-A5D9-D8BD864FD8A3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F1E228-2BE6-48C1-A010-E4FD7019896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4507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Running together vs running separate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F1E228-2BE6-48C1-A010-E4FD7019896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858049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F1E228-2BE6-48C1-A010-E4FD7019896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0233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Specific scenarios to run through:</a:t>
            </a:r>
          </a:p>
          <a:p>
            <a:pPr marL="171450" indent="-171450">
              <a:buFontTx/>
              <a:buChar char="-"/>
            </a:pPr>
            <a:r>
              <a:rPr lang="en-AU" dirty="0"/>
              <a:t>Unresolved parameters solves “go get variables from </a:t>
            </a:r>
            <a:r>
              <a:rPr lang="en-AU" dirty="0" err="1"/>
              <a:t>lastpass</a:t>
            </a:r>
            <a:r>
              <a:rPr lang="en-AU" dirty="0"/>
              <a:t>”</a:t>
            </a:r>
          </a:p>
          <a:p>
            <a:pPr marL="171450" indent="-171450">
              <a:buFontTx/>
              <a:buChar char="-"/>
            </a:pPr>
            <a:r>
              <a:rPr lang="en-AU" dirty="0"/>
              <a:t>Which project seeds </a:t>
            </a:r>
            <a:r>
              <a:rPr lang="en-AU" dirty="0" err="1"/>
              <a:t>dbs</a:t>
            </a:r>
            <a:r>
              <a:rPr lang="en-AU" dirty="0"/>
              <a:t>? </a:t>
            </a:r>
          </a:p>
          <a:p>
            <a:pPr marL="171450" indent="-171450">
              <a:buFontTx/>
              <a:buChar char="-"/>
            </a:pPr>
            <a:r>
              <a:rPr lang="en-AU" dirty="0"/>
              <a:t>How do I just run everything up? Grouped start parameter</a:t>
            </a:r>
          </a:p>
          <a:p>
            <a:pPr marL="171450" indent="-171450">
              <a:buFontTx/>
              <a:buChar char="-"/>
            </a:pPr>
            <a:r>
              <a:rPr lang="en-AU" dirty="0"/>
              <a:t>How do I change shared config? Just one place!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F1E228-2BE6-48C1-A010-E4FD7019896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12229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D95F5-2C1F-D5CE-B3F6-A997F6534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17FB6-EF82-A197-2E4F-6A663F9AB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1556F-3F68-3BA9-744D-EEC983543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Specific scenarios to run through:</a:t>
            </a:r>
          </a:p>
          <a:p>
            <a:pPr marL="171450" indent="-171450">
              <a:buFontTx/>
              <a:buChar char="-"/>
            </a:pPr>
            <a:r>
              <a:rPr lang="en-AU" dirty="0"/>
              <a:t>Unresolved parameters solves “go get variables from </a:t>
            </a:r>
            <a:r>
              <a:rPr lang="en-AU" dirty="0" err="1"/>
              <a:t>lastpass</a:t>
            </a:r>
            <a:r>
              <a:rPr lang="en-AU" dirty="0"/>
              <a:t>”</a:t>
            </a:r>
          </a:p>
          <a:p>
            <a:pPr marL="171450" indent="-171450">
              <a:buFontTx/>
              <a:buChar char="-"/>
            </a:pPr>
            <a:r>
              <a:rPr lang="en-AU" dirty="0"/>
              <a:t>Which project seeds </a:t>
            </a:r>
            <a:r>
              <a:rPr lang="en-AU" dirty="0" err="1"/>
              <a:t>dbs</a:t>
            </a:r>
            <a:r>
              <a:rPr lang="en-AU" dirty="0"/>
              <a:t>? </a:t>
            </a:r>
          </a:p>
          <a:p>
            <a:pPr marL="171450" indent="-171450">
              <a:buFontTx/>
              <a:buChar char="-"/>
            </a:pPr>
            <a:r>
              <a:rPr lang="en-AU" dirty="0"/>
              <a:t>How do I just run everything up? Grouped start parameter</a:t>
            </a:r>
          </a:p>
          <a:p>
            <a:pPr marL="171450" indent="-171450">
              <a:buFontTx/>
              <a:buChar char="-"/>
            </a:pPr>
            <a:r>
              <a:rPr lang="en-AU" dirty="0"/>
              <a:t>How do I change shared config? Just one place!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DE1CC-B650-48C9-44AB-0DB1639032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F1E228-2BE6-48C1-A010-E4FD7019896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1132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C0026-889D-582B-777E-36351DE02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411A9B-27A4-AD4D-AF00-9F1C836A84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2E330-6DDF-4129-A555-5651CB460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2F3D5-A30F-7028-81D0-5ECA6B48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6C7C9-6733-E6DA-C4A1-E2FD86958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1148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94877-51E1-0FF2-6058-C412A715D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59DF8-A49B-DE92-CC2E-F87AE32D0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67398-047C-72A0-B5BB-4598A10DF9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6AED8-531B-9333-373C-2EEA53974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57CA5-443A-829C-0B86-663146E3E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9558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4FA20-19E0-75C3-2256-D1B9B3DC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CD9D1-E661-006C-C475-2E8F783D64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02E81-137F-E9AC-70A3-9B3E0134F6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D7B42-9BC7-175F-FA8F-2508E6E75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36C69B-24AA-9DF1-F085-419D250F4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1205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2291-9008-AEAC-3477-399F303A1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B9052-703C-4E17-31DB-16A93D84A3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858AF-489A-0127-00A4-EB9D4973C7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2D5016-4D4A-4BC8-C534-DC70A124DE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2C64E9-C25C-8C24-1382-17B91F8C6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26DCF-6356-4A7B-B250-3BB13689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51982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67BFC-0917-D22F-927F-3CFAE60C1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F12502-1ACD-CC5F-532C-CF29C26851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DBC192-32EC-D24C-338D-C4C4DC42E5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540830-72CB-7B85-EE0D-8FA8B5BBE0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2D5C84-29DE-5BBC-25BF-D1389C296B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0976FC-3F27-CB08-1E09-D676FF4227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BEEAEA-F2B2-F5C4-D884-7CE6D90F1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07EB2E-1F2E-0706-8A84-77B29136E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34077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3E5DC-642D-92A1-AA74-3F7842962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871EC5-7EAB-A345-0AC8-5A8DFE86C4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F98D45-FCE7-5AEF-8208-4843B2EB7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C9A9F-F808-78BF-4035-759B6D883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2927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A448D-759A-E367-0811-34012737F67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9251CC-DD44-5D0F-15E4-294207CDD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51EC3-5760-7991-1F57-4C59210F9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8082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6C4D5-C2F6-39B0-F820-30E6632CC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0F0EE-12B7-4CA5-2DE5-1BE745530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F0489-56DC-B1C9-8378-EE598E177E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4B07F8-9C5E-B79C-9C34-EF96124B2F1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828CF7-CC1D-1A3E-99F9-F5DAFD8C1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2D4232-5B59-46BE-C70F-4FCCA94D2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834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2AEC-DE3D-AA18-F7DE-D0B34DA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71E8AA-ABA7-EADC-089E-F145697D87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E0EA3F-7C7C-A86A-2A95-0A9825D582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B35DE-123C-B625-08B2-527F35E9C1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027F8-4DDD-96E5-6D06-61557EB07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1A5600-D9F4-DAB6-3206-BFA043F3B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3112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46592-F4CC-7F9A-53BE-64A1978A7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1BA32A-8FEC-3227-BE9C-CD23EAFFF2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4B570A-8147-7119-AB21-EF5CD4C14D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7929F-E40A-032B-7E7B-4AD536D27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0F3D1-12C6-8D36-7E08-8072FF1A4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5671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976A45-E1EF-620C-C500-952243BBD5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9312BC-A6D7-9B38-93C2-67850D4760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B708DD-6239-26D3-F3A1-A8CCA767C9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ABD3F5-BD16-4E9A-96A2-3A1B8604A0AE}" type="datetimeFigureOut">
              <a:rPr lang="en-AU" smtClean="0"/>
              <a:t>Tue 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8FB2E6-57D4-DBD6-6BAC-123E004BF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31FBB8-5C1F-0400-C0CC-DD5EC289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0307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Blur radius="13"/>
                    </a14:imgEffect>
                    <a14:imgEffect>
                      <a14:brightnessContrast bright="-64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FA9CF1-A155-7743-3B87-817AA0BC2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434167-C1A3-394F-9FB9-D66DC190A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77476E-0701-9CB4-564E-1C2AA0D466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6D68CB-3714-4851-9133-9ADB72B56268}" type="slidenum">
              <a:rPr lang="en-AU" smtClean="0"/>
              <a:t>‹#›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DA0395-9ED2-78C5-484A-4FCF105B3AB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alphaModFix amt="3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76963"/>
            <a:ext cx="712122" cy="6810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FC86-91F7-F285-BD91-1C32C5361404}"/>
              </a:ext>
            </a:extLst>
          </p:cNvPr>
          <p:cNvSpPr txBox="1"/>
          <p:nvPr userDrawn="1"/>
        </p:nvSpPr>
        <p:spPr>
          <a:xfrm>
            <a:off x="838200" y="6332815"/>
            <a:ext cx="1707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1">
                    <a:alpha val="50000"/>
                  </a:schemeClr>
                </a:solidFill>
              </a:rPr>
              <a:t>Kael Larkin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1674B6-54EC-429E-BE29-E2761FAA9D43}"/>
              </a:ext>
            </a:extLst>
          </p:cNvPr>
          <p:cNvSpPr txBox="1"/>
          <p:nvPr userDrawn="1"/>
        </p:nvSpPr>
        <p:spPr>
          <a:xfrm>
            <a:off x="4881568" y="6332815"/>
            <a:ext cx="2428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800" kern="1200" dirty="0">
                <a:solidFill>
                  <a:schemeClr val="tx1">
                    <a:alpha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kaels-kabbage.com</a:t>
            </a:r>
            <a:endParaRPr lang="en-AU" dirty="0">
              <a:solidFill>
                <a:schemeClr val="tx1">
                  <a:alpha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814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8747F-2EB7-D178-C15F-220EA7EA72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AU" dirty="0"/>
              <a:t>Aspire: Onboarding and dev experience of the future?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A4D73ED-1128-DE84-5808-018C24476E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7951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13"/>
                    </a14:imgEffect>
                    <a14:imgEffect>
                      <a14:brightnessContrast bright="-64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0FC3F-3370-E1B5-E124-65579184A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The brownfields onboarding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D2232-53CE-C197-72BE-FD85BF9C1D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959711" cy="616361"/>
          </a:xfrm>
        </p:spPr>
        <p:txBody>
          <a:bodyPr>
            <a:normAutofit/>
          </a:bodyPr>
          <a:lstStyle/>
          <a:p>
            <a:r>
              <a:rPr lang="en-AU" dirty="0"/>
              <a:t>Install Dependencies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968F7FC-9255-37AC-0824-18ED1D246737}"/>
              </a:ext>
            </a:extLst>
          </p:cNvPr>
          <p:cNvSpPr txBox="1">
            <a:spLocks/>
          </p:cNvSpPr>
          <p:nvPr/>
        </p:nvSpPr>
        <p:spPr>
          <a:xfrm>
            <a:off x="838199" y="3417832"/>
            <a:ext cx="3959711" cy="616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Build everything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4B171DD-CFD3-3A04-18F7-2E6EC2C83C1F}"/>
              </a:ext>
            </a:extLst>
          </p:cNvPr>
          <p:cNvSpPr txBox="1">
            <a:spLocks/>
          </p:cNvSpPr>
          <p:nvPr/>
        </p:nvSpPr>
        <p:spPr>
          <a:xfrm rot="20103001">
            <a:off x="7668286" y="2077552"/>
            <a:ext cx="3959711" cy="616361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Figure out which app you need to run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FFB8F01-3501-8A44-FE59-FA43EAB749E1}"/>
              </a:ext>
            </a:extLst>
          </p:cNvPr>
          <p:cNvSpPr txBox="1">
            <a:spLocks/>
          </p:cNvSpPr>
          <p:nvPr/>
        </p:nvSpPr>
        <p:spPr>
          <a:xfrm rot="21040663">
            <a:off x="6288773" y="4470532"/>
            <a:ext cx="4060338" cy="676776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Also which apps need to run to support the one you want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82D1CC2-1C48-821C-318E-096D18544332}"/>
              </a:ext>
            </a:extLst>
          </p:cNvPr>
          <p:cNvSpPr txBox="1">
            <a:spLocks/>
          </p:cNvSpPr>
          <p:nvPr/>
        </p:nvSpPr>
        <p:spPr>
          <a:xfrm rot="953687">
            <a:off x="592973" y="4824141"/>
            <a:ext cx="3959711" cy="616361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Sort out auth, secrets, and config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9F88666-086F-974B-AB61-ED95DD0EEE34}"/>
              </a:ext>
            </a:extLst>
          </p:cNvPr>
          <p:cNvSpPr txBox="1">
            <a:spLocks/>
          </p:cNvSpPr>
          <p:nvPr/>
        </p:nvSpPr>
        <p:spPr>
          <a:xfrm rot="20857800">
            <a:off x="2388402" y="3936806"/>
            <a:ext cx="3959711" cy="51324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Where does logging go?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60FA0AE-60C5-CE8D-D461-2C3057D62FE7}"/>
              </a:ext>
            </a:extLst>
          </p:cNvPr>
          <p:cNvSpPr txBox="1">
            <a:spLocks/>
          </p:cNvSpPr>
          <p:nvPr/>
        </p:nvSpPr>
        <p:spPr>
          <a:xfrm>
            <a:off x="838198" y="2946428"/>
            <a:ext cx="3959711" cy="616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Database setup?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EE9849C-F93C-AC20-76A0-3E6006002AE5}"/>
              </a:ext>
            </a:extLst>
          </p:cNvPr>
          <p:cNvSpPr txBox="1">
            <a:spLocks/>
          </p:cNvSpPr>
          <p:nvPr/>
        </p:nvSpPr>
        <p:spPr>
          <a:xfrm>
            <a:off x="1084043" y="5471701"/>
            <a:ext cx="3959711" cy="616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Run the things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4E4B71E-5219-7D0F-6F58-5B3B171EA550}"/>
              </a:ext>
            </a:extLst>
          </p:cNvPr>
          <p:cNvSpPr txBox="1">
            <a:spLocks/>
          </p:cNvSpPr>
          <p:nvPr/>
        </p:nvSpPr>
        <p:spPr>
          <a:xfrm rot="897683">
            <a:off x="5543183" y="3458632"/>
            <a:ext cx="3959711" cy="616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Debug the things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F40EB4-DE9D-E03F-A064-0AD884D0B886}"/>
              </a:ext>
            </a:extLst>
          </p:cNvPr>
          <p:cNvSpPr txBox="1">
            <a:spLocks/>
          </p:cNvSpPr>
          <p:nvPr/>
        </p:nvSpPr>
        <p:spPr>
          <a:xfrm rot="439671">
            <a:off x="3998417" y="2050929"/>
            <a:ext cx="4195163" cy="748132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Oops wrong connection string in </a:t>
            </a:r>
            <a:r>
              <a:rPr lang="en-US" dirty="0" err="1"/>
              <a:t>dbup</a:t>
            </a:r>
            <a:r>
              <a:rPr lang="en-US" dirty="0"/>
              <a:t>, wiped wrong database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0729745-700A-BCB2-05F4-9FF0F5D92D19}"/>
              </a:ext>
            </a:extLst>
          </p:cNvPr>
          <p:cNvSpPr txBox="1">
            <a:spLocks/>
          </p:cNvSpPr>
          <p:nvPr/>
        </p:nvSpPr>
        <p:spPr>
          <a:xfrm>
            <a:off x="838198" y="2287318"/>
            <a:ext cx="3959711" cy="616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Wrong node version</a:t>
            </a:r>
          </a:p>
        </p:txBody>
      </p:sp>
    </p:spTree>
    <p:extLst>
      <p:ext uri="{BB962C8B-B14F-4D97-AF65-F5344CB8AC3E}">
        <p14:creationId xmlns:p14="http://schemas.microsoft.com/office/powerpoint/2010/main" val="2714788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4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13"/>
                    </a14:imgEffect>
                    <a14:imgEffect>
                      <a14:brightnessContrast bright="-64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979EEE-BCE9-1F2A-A14B-041828C3F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142-542A-B4FE-7CE5-0880E83B6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Some other brownfields onboarding tropes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569EE-2DF4-955B-7BFB-36065D838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Running </a:t>
            </a:r>
            <a:r>
              <a:rPr lang="en-AU" dirty="0" err="1"/>
              <a:t>api</a:t>
            </a:r>
            <a:r>
              <a:rPr lang="en-AU" dirty="0"/>
              <a:t> and </a:t>
            </a:r>
            <a:r>
              <a:rPr lang="en-AU" dirty="0" err="1"/>
              <a:t>ui</a:t>
            </a:r>
            <a:r>
              <a:rPr lang="en-AU" dirty="0"/>
              <a:t> separately?</a:t>
            </a:r>
          </a:p>
          <a:p>
            <a:r>
              <a:rPr lang="en-AU" dirty="0"/>
              <a:t>Is database locally creatable and </a:t>
            </a:r>
            <a:r>
              <a:rPr lang="en-AU" dirty="0" err="1"/>
              <a:t>seedable</a:t>
            </a:r>
            <a:r>
              <a:rPr lang="en-AU" dirty="0"/>
              <a:t>, or need real backup?</a:t>
            </a:r>
          </a:p>
          <a:p>
            <a:r>
              <a:rPr lang="en-AU" dirty="0"/>
              <a:t>Overriding shared vars like connection strings in all the different projects</a:t>
            </a:r>
          </a:p>
          <a:p>
            <a:r>
              <a:rPr lang="en-AU" dirty="0"/>
              <a:t>How to run just one out of 50 functions in Azure function?</a:t>
            </a:r>
          </a:p>
        </p:txBody>
      </p:sp>
    </p:spTree>
    <p:extLst>
      <p:ext uri="{BB962C8B-B14F-4D97-AF65-F5344CB8AC3E}">
        <p14:creationId xmlns:p14="http://schemas.microsoft.com/office/powerpoint/2010/main" val="673554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F7941-789A-D1D4-07FB-058A1994A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Onboarding: Past and future?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DDED4-13CE-6445-8833-E8B7E05340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28882" cy="4351338"/>
          </a:xfrm>
        </p:spPr>
        <p:txBody>
          <a:bodyPr/>
          <a:lstStyle/>
          <a:p>
            <a:pPr marL="0" indent="0">
              <a:buNone/>
            </a:pPr>
            <a:r>
              <a:rPr lang="en-AU" b="1" dirty="0"/>
              <a:t>How we solve these now</a:t>
            </a:r>
          </a:p>
          <a:p>
            <a:r>
              <a:rPr lang="en-AU" dirty="0"/>
              <a:t>ResetTheWorld.ps1</a:t>
            </a:r>
          </a:p>
          <a:p>
            <a:r>
              <a:rPr lang="en-AU" dirty="0"/>
              <a:t>Detailed Readme</a:t>
            </a:r>
          </a:p>
          <a:p>
            <a:r>
              <a:rPr lang="en-AU" dirty="0"/>
              <a:t>Startup profiles in VS/Rider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7DF8E3-EBFE-A882-9A5A-A9592599BBEB}"/>
              </a:ext>
            </a:extLst>
          </p:cNvPr>
          <p:cNvSpPr txBox="1">
            <a:spLocks/>
          </p:cNvSpPr>
          <p:nvPr/>
        </p:nvSpPr>
        <p:spPr>
          <a:xfrm>
            <a:off x="6624920" y="1825625"/>
            <a:ext cx="52622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b="1" dirty="0"/>
              <a:t>How we could be solving them</a:t>
            </a:r>
          </a:p>
          <a:p>
            <a:r>
              <a:rPr lang="en-AU" dirty="0"/>
              <a:t>Aspire ✨</a:t>
            </a:r>
          </a:p>
          <a:p>
            <a:r>
              <a:rPr lang="en-AU" dirty="0"/>
              <a:t>And a good readme </a:t>
            </a:r>
            <a:r>
              <a:rPr lang="en-AU" dirty="0">
                <a:sym typeface="Wingdings" panose="05000000000000000000" pitchFamily="2" charset="2"/>
              </a:rPr>
              <a:t>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02774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AA1F9-8018-7FB0-55E1-BD0E60FC5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Fixing all that with Aspire!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B0E7055-3264-2DA9-D118-4736A1EC41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AU" sz="2400" dirty="0"/>
              <a:t>Central configuration to override all projects</a:t>
            </a:r>
            <a:endParaRPr lang="en-AU" sz="2000" dirty="0"/>
          </a:p>
          <a:p>
            <a:r>
              <a:rPr lang="en-AU" sz="2400" dirty="0"/>
              <a:t>Define project relations and have a button to run several projects at once</a:t>
            </a:r>
            <a:endParaRPr lang="en-AU" sz="2000" dirty="0"/>
          </a:p>
          <a:p>
            <a:r>
              <a:rPr lang="en-AU" sz="2400" dirty="0"/>
              <a:t>How to run just one out of 50 functions in Azure function?</a:t>
            </a:r>
          </a:p>
          <a:p>
            <a:pPr lvl="1"/>
            <a:r>
              <a:rPr lang="en-AU" sz="2000" dirty="0"/>
              <a:t>Have a picker!</a:t>
            </a:r>
          </a:p>
          <a:p>
            <a:r>
              <a:rPr lang="en-AU" sz="2400" dirty="0"/>
              <a:t>Local logging built in</a:t>
            </a:r>
          </a:p>
          <a:p>
            <a:endParaRPr lang="en-AU" sz="2400" dirty="0"/>
          </a:p>
        </p:txBody>
      </p:sp>
    </p:spTree>
    <p:extLst>
      <p:ext uri="{BB962C8B-B14F-4D97-AF65-F5344CB8AC3E}">
        <p14:creationId xmlns:p14="http://schemas.microsoft.com/office/powerpoint/2010/main" val="4003740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8072-A642-34B7-3905-D2CA9CF35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And </a:t>
            </a:r>
            <a:r>
              <a:rPr lang="en-AU" dirty="0" err="1"/>
              <a:t>moar</a:t>
            </a:r>
            <a:r>
              <a:rPr lang="en-AU" dirty="0"/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016DF-0E81-719E-1C82-247F343DF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AU" dirty="0"/>
              <a:t>Automatic OTEL</a:t>
            </a:r>
          </a:p>
          <a:p>
            <a:pPr lvl="1"/>
            <a:r>
              <a:rPr lang="en-AU" dirty="0"/>
              <a:t>Metrics</a:t>
            </a:r>
          </a:p>
          <a:p>
            <a:pPr lvl="1"/>
            <a:r>
              <a:rPr lang="en-AU" dirty="0"/>
              <a:t>Logs</a:t>
            </a:r>
          </a:p>
          <a:p>
            <a:pPr lvl="1"/>
            <a:r>
              <a:rPr lang="en-AU" dirty="0"/>
              <a:t>Traces</a:t>
            </a:r>
          </a:p>
          <a:p>
            <a:r>
              <a:rPr lang="en-AU" dirty="0"/>
              <a:t>“Infra” graph</a:t>
            </a:r>
          </a:p>
          <a:p>
            <a:pPr lvl="1"/>
            <a:r>
              <a:rPr lang="en-AU" dirty="0"/>
              <a:t>What more could you want!</a:t>
            </a:r>
          </a:p>
          <a:p>
            <a:r>
              <a:rPr lang="en-AU" dirty="0"/>
              <a:t>Config management</a:t>
            </a:r>
          </a:p>
          <a:p>
            <a:r>
              <a:rPr lang="en-AU" dirty="0"/>
              <a:t>Infra export</a:t>
            </a:r>
          </a:p>
        </p:txBody>
      </p:sp>
    </p:spTree>
    <p:extLst>
      <p:ext uri="{BB962C8B-B14F-4D97-AF65-F5344CB8AC3E}">
        <p14:creationId xmlns:p14="http://schemas.microsoft.com/office/powerpoint/2010/main" val="1331963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4C736-0F43-0A6D-051B-032B2C810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Hold up, what actually is this Aspire thing?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67EE4C-9376-34A1-D4EB-35787FB70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089" y="1341395"/>
            <a:ext cx="5244608" cy="46256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67077F-5FFB-7E95-00E6-B12D15E27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912" y="2257746"/>
            <a:ext cx="6095999" cy="2892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767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2D0EB-B21C-5A49-E1DF-8085AB15F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DF2CC-5685-E47D-A99F-387EA1DAB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Demo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13343-8E78-A466-5F7E-645FA8A58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AU" dirty="0"/>
              <a:t>Several </a:t>
            </a:r>
            <a:r>
              <a:rPr lang="en-AU" dirty="0" err="1"/>
              <a:t>aspnetcore</a:t>
            </a:r>
            <a:r>
              <a:rPr lang="en-AU" dirty="0"/>
              <a:t> apps</a:t>
            </a:r>
          </a:p>
          <a:p>
            <a:r>
              <a:rPr lang="en-AU" dirty="0"/>
              <a:t>React UIs</a:t>
            </a:r>
          </a:p>
          <a:p>
            <a:r>
              <a:rPr lang="en-AU" dirty="0"/>
              <a:t>Azure function for funsies</a:t>
            </a:r>
          </a:p>
          <a:p>
            <a:r>
              <a:rPr lang="en-AU" dirty="0"/>
              <a:t>SQL server database and Postgres DB</a:t>
            </a:r>
          </a:p>
          <a:p>
            <a:r>
              <a:rPr lang="en-AU" dirty="0"/>
              <a:t>Seq (could be any others OR even none)</a:t>
            </a:r>
          </a:p>
          <a:p>
            <a:r>
              <a:rPr lang="en-AU" dirty="0"/>
              <a:t>Database managers (pg4admin, SQL???)</a:t>
            </a:r>
          </a:p>
          <a:p>
            <a:r>
              <a:rPr lang="en-AU" dirty="0"/>
              <a:t>User Secrets for local overrides</a:t>
            </a:r>
          </a:p>
        </p:txBody>
      </p:sp>
    </p:spTree>
    <p:extLst>
      <p:ext uri="{BB962C8B-B14F-4D97-AF65-F5344CB8AC3E}">
        <p14:creationId xmlns:p14="http://schemas.microsoft.com/office/powerpoint/2010/main" val="4462735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714D8E-852A-F60C-0344-4C46397D7D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DEMO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D1ABCFF-B076-45DD-BA14-1E0F629DED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5023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6BF55-4D01-6B39-2B6F-1FA620A89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Sounds too good to be true…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D12DC-F261-CD33-0C3D-E9266D16D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Friction for running day to day</a:t>
            </a:r>
          </a:p>
          <a:p>
            <a:r>
              <a:rPr lang="en-US" dirty="0"/>
              <a:t>Still a decent amount of work to get running</a:t>
            </a:r>
          </a:p>
          <a:p>
            <a:r>
              <a:rPr lang="en-US" dirty="0"/>
              <a:t>Don't forget to actually setup your infra correctly so when you deploy there are things to override... </a:t>
            </a:r>
          </a:p>
          <a:p>
            <a:r>
              <a:rPr lang="en-US" dirty="0"/>
              <a:t>Harder to understand the flow? </a:t>
            </a:r>
          </a:p>
          <a:p>
            <a:r>
              <a:rPr lang="en-US" dirty="0"/>
              <a:t>Sometimes, people just don't like it </a:t>
            </a:r>
            <a:r>
              <a:rPr lang="en-AU" dirty="0"/>
              <a:t>¯\_(ツ)_/¯</a:t>
            </a:r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624110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84902-8920-11A0-FF3C-40DC2F58F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E9EBC8-47E3-6708-6DCF-73C088D2C4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Give it a go </a:t>
            </a:r>
            <a:r>
              <a:rPr lang="en-AU" dirty="0">
                <a:sym typeface="Wingdings" panose="05000000000000000000" pitchFamily="2" charset="2"/>
              </a:rPr>
              <a:t></a:t>
            </a:r>
            <a:endParaRPr lang="en-AU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9CF4B11-C11F-F96A-36AE-1387B69F3A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3151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FFFFFF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181</TotalTime>
  <Words>429</Words>
  <Application>Microsoft Office PowerPoint</Application>
  <PresentationFormat>Widescreen</PresentationFormat>
  <Paragraphs>73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Aspire: Onboarding and dev experience of the future?</vt:lpstr>
      <vt:lpstr>The brownfields onboarding process</vt:lpstr>
      <vt:lpstr>Some other brownfields onboarding tropes</vt:lpstr>
      <vt:lpstr>Onboarding: Past and future?</vt:lpstr>
      <vt:lpstr>Fixing all that with Aspire!</vt:lpstr>
      <vt:lpstr>And moar!</vt:lpstr>
      <vt:lpstr>Hold up, what actually is this Aspire thing?</vt:lpstr>
      <vt:lpstr>Demo setup</vt:lpstr>
      <vt:lpstr>DEMO</vt:lpstr>
      <vt:lpstr>Sounds too good to be true…</vt:lpstr>
      <vt:lpstr>Give it a go 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Kael Larkin</dc:creator>
  <cp:lastModifiedBy>Kael Larkin</cp:lastModifiedBy>
  <cp:revision>24</cp:revision>
  <dcterms:created xsi:type="dcterms:W3CDTF">2026-04-01T02:06:52Z</dcterms:created>
  <dcterms:modified xsi:type="dcterms:W3CDTF">2026-04-07T01:24:04Z</dcterms:modified>
</cp:coreProperties>
</file>