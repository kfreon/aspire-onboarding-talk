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6" autoAdjust="0"/>
    <p:restoredTop sz="89611" autoAdjust="0"/>
  </p:normalViewPr>
  <p:slideViewPr>
    <p:cSldViewPr snapToGrid="0">
      <p:cViewPr varScale="1">
        <p:scale>
          <a:sx n="89" d="100"/>
          <a:sy n="89" d="100"/>
        </p:scale>
        <p:origin x="108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8ABD95-CF89-4997-A5D9-D8BD864FD8A3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F1E228-2BE6-48C1-A010-E4FD7019896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450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Running together vs running separate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1E228-2BE6-48C1-A010-E4FD7019896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5804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F1E228-2BE6-48C1-A010-E4FD7019896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1222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0026-889D-582B-777E-36351DE02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411A9B-27A4-AD4D-AF00-9F1C836A8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2E330-6DDF-4129-A555-5651CB460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2F3D5-A30F-7028-81D0-5ECA6B483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6C7C9-6733-E6DA-C4A1-E2FD8695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1148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94877-51E1-0FF2-6058-C412A715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9DF8-A49B-DE92-CC2E-F87AE32D0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67398-047C-72A0-B5BB-4598A10D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AED8-531B-9333-373C-2EEA53974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57CA5-443A-829C-0B86-663146E3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955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4FA20-19E0-75C3-2256-D1B9B3DC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CD9D1-E661-006C-C475-2E8F783D6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02E81-137F-E9AC-70A3-9B3E0134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D7B42-9BC7-175F-FA8F-2508E6E7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6C69B-24AA-9DF1-F085-419D250F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20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2291-9008-AEAC-3477-399F303A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B9052-703C-4E17-31DB-16A93D84A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5858AF-489A-0127-00A4-EB9D4973C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D5016-4D4A-4BC8-C534-DC70A124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C64E9-C25C-8C24-1382-17B91F8C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DCF-6356-4A7B-B250-3BB13689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1982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7BFC-0917-D22F-927F-3CFAE60C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12502-1ACD-CC5F-532C-CF29C2685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DBC192-32EC-D24C-338D-C4C4DC42E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540830-72CB-7B85-EE0D-8FA8B5BBE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2D5C84-29DE-5BBC-25BF-D1389C296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976FC-3F27-CB08-1E09-D676FF42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EEAEA-F2B2-F5C4-D884-7CE6D90F1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07EB2E-1F2E-0706-8A84-77B29136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077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3E5DC-642D-92A1-AA74-3F784296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71EC5-7EAB-A345-0AC8-5A8DFE86C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98D45-FCE7-5AEF-8208-4843B2EB7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C9A9F-F808-78BF-4035-759B6D88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92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A448D-759A-E367-0811-34012737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251CC-DD44-5D0F-15E4-294207CDD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51EC3-5760-7991-1F57-4C59210F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808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C4D5-C2F6-39B0-F820-30E6632C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F0EE-12B7-4CA5-2DE5-1BE74553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F0489-56DC-B1C9-8378-EE598E177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B07F8-9C5E-B79C-9C34-EF96124B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28CF7-CC1D-1A3E-99F9-F5DAFD8C1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D4232-5B59-46BE-C70F-4FCCA94D2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8343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2AEC-DE3D-AA18-F7DE-D0B34DA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1E8AA-ABA7-EADC-089E-F145697D87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A3F-7C7C-A86A-2A95-0A9825D58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B35DE-123C-B625-08B2-527F35E9C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027F8-4DDD-96E5-6D06-61557EB07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A5600-D9F4-DAB6-3206-BFA043F3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3112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46592-F4CC-7F9A-53BE-64A1978A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A32A-8FEC-3227-BE9C-CD23EAFFF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B570A-8147-7119-AB21-EF5CD4C14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7929F-E40A-032B-7E7B-4AD536D2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0F3D1-12C6-8D36-7E08-8072FF1A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5671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976A45-E1EF-620C-C500-952243BBD5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312BC-A6D7-9B38-93C2-67850D476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708DD-6239-26D3-F3A1-A8CCA767C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FB2E6-57D4-DBD6-6BAC-123E004B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1FBB8-5C1F-0400-C0CC-DD5EC289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030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Blur radius="13"/>
                    </a14:imgEffect>
                    <a14:imgEffect>
                      <a14:brightnessContrast bright="-6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FA9CF1-A155-7743-3B87-817AA0BC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34167-C1A3-394F-9FB9-D66DC190A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ED360-437A-FEE1-08A7-1599351F3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BD3F5-BD16-4E9A-96A2-3A1B8604A0AE}" type="datetimeFigureOut">
              <a:rPr lang="en-AU" smtClean="0"/>
              <a:t>Wed 1/04/2026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491A8-FCBB-F037-FC97-DC9C37FB89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7476E-0701-9CB4-564E-1C2AA0D46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6D68CB-3714-4851-9133-9ADB72B562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14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747F-2EB7-D178-C15F-220EA7EA7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Aspire: Onboarding and dev experience of the future?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71BF3-E623-AD14-0607-D32F4A2502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373795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7941-789A-D1D4-07FB-058A1994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Onboarding: Past and future?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DDED4-13CE-6445-8833-E8B7E0534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8882" cy="4351338"/>
          </a:xfrm>
        </p:spPr>
        <p:txBody>
          <a:bodyPr/>
          <a:lstStyle/>
          <a:p>
            <a:pPr marL="0" indent="0">
              <a:buNone/>
            </a:pPr>
            <a:r>
              <a:rPr lang="en-AU" b="1" dirty="0"/>
              <a:t>Past</a:t>
            </a:r>
          </a:p>
          <a:p>
            <a:r>
              <a:rPr lang="en-AU" dirty="0"/>
              <a:t>ResetTheWorld.ps1</a:t>
            </a:r>
          </a:p>
          <a:p>
            <a:r>
              <a:rPr lang="en-AU" dirty="0"/>
              <a:t>Detailed Readme</a:t>
            </a:r>
          </a:p>
          <a:p>
            <a:r>
              <a:rPr lang="en-AU" dirty="0"/>
              <a:t>Startup profiles in VS/Rider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7DF8E3-EBFE-A882-9A5A-A9592599BBEB}"/>
              </a:ext>
            </a:extLst>
          </p:cNvPr>
          <p:cNvSpPr txBox="1">
            <a:spLocks/>
          </p:cNvSpPr>
          <p:nvPr/>
        </p:nvSpPr>
        <p:spPr>
          <a:xfrm>
            <a:off x="6624920" y="1825625"/>
            <a:ext cx="47288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/>
              <a:t>Future?</a:t>
            </a:r>
          </a:p>
          <a:p>
            <a:r>
              <a:rPr lang="en-AU" dirty="0"/>
              <a:t>Aspire ✨</a:t>
            </a:r>
          </a:p>
        </p:txBody>
      </p:sp>
    </p:spTree>
    <p:extLst>
      <p:ext uri="{BB962C8B-B14F-4D97-AF65-F5344CB8AC3E}">
        <p14:creationId xmlns:p14="http://schemas.microsoft.com/office/powerpoint/2010/main" val="290277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3"/>
                    </a14:imgEffect>
                    <a14:imgEffect>
                      <a14:brightnessContrast bright="-6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FC3F-3370-E1B5-E124-65579184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brownfields onboarding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D2232-53CE-C197-72BE-FD85BF9C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59711" cy="616361"/>
          </a:xfrm>
        </p:spPr>
        <p:txBody>
          <a:bodyPr>
            <a:normAutofit/>
          </a:bodyPr>
          <a:lstStyle/>
          <a:p>
            <a:r>
              <a:rPr lang="en-AU" dirty="0"/>
              <a:t>Install Dependencies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68F7FC-9255-37AC-0824-18ED1D246737}"/>
              </a:ext>
            </a:extLst>
          </p:cNvPr>
          <p:cNvSpPr txBox="1">
            <a:spLocks/>
          </p:cNvSpPr>
          <p:nvPr/>
        </p:nvSpPr>
        <p:spPr>
          <a:xfrm>
            <a:off x="3034553" y="3258185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Build everything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4B171DD-CFD3-3A04-18F7-2E6EC2C83C1F}"/>
              </a:ext>
            </a:extLst>
          </p:cNvPr>
          <p:cNvSpPr txBox="1">
            <a:spLocks/>
          </p:cNvSpPr>
          <p:nvPr/>
        </p:nvSpPr>
        <p:spPr>
          <a:xfrm rot="19654451">
            <a:off x="7139044" y="1696029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Figure out which app you need to run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FB8F01-3501-8A44-FE59-FA43EAB749E1}"/>
              </a:ext>
            </a:extLst>
          </p:cNvPr>
          <p:cNvSpPr txBox="1">
            <a:spLocks/>
          </p:cNvSpPr>
          <p:nvPr/>
        </p:nvSpPr>
        <p:spPr>
          <a:xfrm>
            <a:off x="5919394" y="4238924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Also which apps need to run to support the one you want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2D1CC2-1C48-821C-318E-096D18544332}"/>
              </a:ext>
            </a:extLst>
          </p:cNvPr>
          <p:cNvSpPr txBox="1">
            <a:spLocks/>
          </p:cNvSpPr>
          <p:nvPr/>
        </p:nvSpPr>
        <p:spPr>
          <a:xfrm>
            <a:off x="1054697" y="4690745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Sort out auth, secrets, and config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9F88666-086F-974B-AB61-ED95DD0EEE34}"/>
              </a:ext>
            </a:extLst>
          </p:cNvPr>
          <p:cNvSpPr txBox="1">
            <a:spLocks/>
          </p:cNvSpPr>
          <p:nvPr/>
        </p:nvSpPr>
        <p:spPr>
          <a:xfrm rot="685514">
            <a:off x="6038626" y="2850085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Logging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60FA0AE-60C5-CE8D-D461-2C3057D62FE7}"/>
              </a:ext>
            </a:extLst>
          </p:cNvPr>
          <p:cNvSpPr txBox="1">
            <a:spLocks/>
          </p:cNvSpPr>
          <p:nvPr/>
        </p:nvSpPr>
        <p:spPr>
          <a:xfrm>
            <a:off x="1250577" y="2441985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Database setup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EE9849C-F93C-AC20-76A0-3E6006002AE5}"/>
              </a:ext>
            </a:extLst>
          </p:cNvPr>
          <p:cNvSpPr txBox="1">
            <a:spLocks/>
          </p:cNvSpPr>
          <p:nvPr/>
        </p:nvSpPr>
        <p:spPr>
          <a:xfrm>
            <a:off x="870024" y="3874545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Run the things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4E4B71E-5219-7D0F-6F58-5B3B171EA550}"/>
              </a:ext>
            </a:extLst>
          </p:cNvPr>
          <p:cNvSpPr txBox="1">
            <a:spLocks/>
          </p:cNvSpPr>
          <p:nvPr/>
        </p:nvSpPr>
        <p:spPr>
          <a:xfrm>
            <a:off x="6771939" y="3340455"/>
            <a:ext cx="3959711" cy="616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Debug the things</a:t>
            </a:r>
          </a:p>
        </p:txBody>
      </p:sp>
    </p:spTree>
    <p:extLst>
      <p:ext uri="{BB962C8B-B14F-4D97-AF65-F5344CB8AC3E}">
        <p14:creationId xmlns:p14="http://schemas.microsoft.com/office/powerpoint/2010/main" val="271478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13"/>
                    </a14:imgEffect>
                    <a14:imgEffect>
                      <a14:brightnessContrast bright="-6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79EEE-BCE9-1F2A-A14B-041828C3F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1142-542A-B4FE-7CE5-0880E83B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Some brownfields onboarding tropes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569EE-2DF4-955B-7BFB-36065D838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Running </a:t>
            </a:r>
            <a:r>
              <a:rPr lang="en-AU" dirty="0" err="1"/>
              <a:t>api</a:t>
            </a:r>
            <a:r>
              <a:rPr lang="en-AU" dirty="0"/>
              <a:t> and </a:t>
            </a:r>
            <a:r>
              <a:rPr lang="en-AU" dirty="0" err="1"/>
              <a:t>ui</a:t>
            </a:r>
            <a:r>
              <a:rPr lang="en-AU" dirty="0"/>
              <a:t> separately?</a:t>
            </a:r>
          </a:p>
          <a:p>
            <a:r>
              <a:rPr lang="en-AU" dirty="0"/>
              <a:t>Manual overriding shared vars like connection strings</a:t>
            </a:r>
          </a:p>
          <a:p>
            <a:r>
              <a:rPr lang="en-AU" dirty="0"/>
              <a:t>How to create/seed database?</a:t>
            </a:r>
          </a:p>
          <a:p>
            <a:r>
              <a:rPr lang="en-AU" dirty="0"/>
              <a:t>What projects need to be run when?</a:t>
            </a:r>
          </a:p>
          <a:p>
            <a:r>
              <a:rPr lang="en-AU" dirty="0"/>
              <a:t>How to run just one out of 50 functions in Azure function?</a:t>
            </a:r>
          </a:p>
        </p:txBody>
      </p:sp>
    </p:spTree>
    <p:extLst>
      <p:ext uri="{BB962C8B-B14F-4D97-AF65-F5344CB8AC3E}">
        <p14:creationId xmlns:p14="http://schemas.microsoft.com/office/powerpoint/2010/main" val="67355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A1F9-8018-7FB0-55E1-BD0E60FC5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Fixing all that with Aspire!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B0E7055-3264-2DA9-D118-4736A1EC4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/>
              <a:t>Running </a:t>
            </a:r>
            <a:r>
              <a:rPr lang="en-AU" sz="2400" dirty="0" err="1"/>
              <a:t>api</a:t>
            </a:r>
            <a:r>
              <a:rPr lang="en-AU" sz="2400" dirty="0"/>
              <a:t> and </a:t>
            </a:r>
            <a:r>
              <a:rPr lang="en-AU" sz="2400" dirty="0" err="1"/>
              <a:t>ui</a:t>
            </a:r>
            <a:r>
              <a:rPr lang="en-AU" sz="2400" dirty="0"/>
              <a:t> separately</a:t>
            </a:r>
          </a:p>
          <a:p>
            <a:pPr lvl="1"/>
            <a:r>
              <a:rPr lang="en-AU" sz="2000" dirty="0"/>
              <a:t>Not really Aspire related, but can streamline</a:t>
            </a:r>
          </a:p>
          <a:p>
            <a:r>
              <a:rPr lang="en-AU" sz="2400" dirty="0"/>
              <a:t>Overriding shared vars like connection strings</a:t>
            </a:r>
          </a:p>
          <a:p>
            <a:pPr lvl="1"/>
            <a:r>
              <a:rPr lang="en-AU" sz="2000" dirty="0"/>
              <a:t>Configure with user secrets, override in all child apps</a:t>
            </a:r>
          </a:p>
          <a:p>
            <a:r>
              <a:rPr lang="en-AU" sz="2400" dirty="0"/>
              <a:t>How to create/seed database?</a:t>
            </a:r>
          </a:p>
          <a:p>
            <a:pPr lvl="1"/>
            <a:r>
              <a:rPr lang="en-AU" sz="2000" dirty="0"/>
              <a:t>Make a button!</a:t>
            </a:r>
          </a:p>
          <a:p>
            <a:r>
              <a:rPr lang="en-AU" sz="2400" dirty="0"/>
              <a:t>What projects need to be run when?</a:t>
            </a:r>
          </a:p>
          <a:p>
            <a:pPr lvl="1"/>
            <a:r>
              <a:rPr lang="en-AU" sz="2000" dirty="0"/>
              <a:t>Grouped projects to run and make one button to run them</a:t>
            </a:r>
          </a:p>
          <a:p>
            <a:r>
              <a:rPr lang="en-AU" sz="2400" dirty="0"/>
              <a:t>How to run just one out of 50 functions in Azure function?</a:t>
            </a:r>
          </a:p>
          <a:p>
            <a:pPr lvl="1"/>
            <a:r>
              <a:rPr lang="en-AU" sz="2000" dirty="0"/>
              <a:t>Have a picker!</a:t>
            </a:r>
          </a:p>
        </p:txBody>
      </p:sp>
    </p:spTree>
    <p:extLst>
      <p:ext uri="{BB962C8B-B14F-4D97-AF65-F5344CB8AC3E}">
        <p14:creationId xmlns:p14="http://schemas.microsoft.com/office/powerpoint/2010/main" val="4003740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78072-A642-34B7-3905-D2CA9CF35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And </a:t>
            </a:r>
            <a:r>
              <a:rPr lang="en-AU" dirty="0" err="1"/>
              <a:t>moar</a:t>
            </a:r>
            <a:r>
              <a:rPr lang="en-AU" dirty="0"/>
              <a:t>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16DF-0E81-719E-1C82-247F343DF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Automatic OTEL</a:t>
            </a:r>
          </a:p>
          <a:p>
            <a:pPr lvl="1"/>
            <a:r>
              <a:rPr lang="en-AU" dirty="0"/>
              <a:t>Metrics</a:t>
            </a:r>
          </a:p>
          <a:p>
            <a:pPr lvl="1"/>
            <a:r>
              <a:rPr lang="en-AU" dirty="0"/>
              <a:t>Logs</a:t>
            </a:r>
          </a:p>
          <a:p>
            <a:pPr lvl="1"/>
            <a:r>
              <a:rPr lang="en-AU" dirty="0"/>
              <a:t>Traces</a:t>
            </a:r>
          </a:p>
          <a:p>
            <a:r>
              <a:rPr lang="en-AU" dirty="0"/>
              <a:t>“Infra” graph</a:t>
            </a:r>
          </a:p>
          <a:p>
            <a:pPr lvl="1"/>
            <a:r>
              <a:rPr lang="en-AU" dirty="0"/>
              <a:t>What more could you want!</a:t>
            </a:r>
          </a:p>
          <a:p>
            <a:r>
              <a:rPr lang="en-AU" dirty="0"/>
              <a:t>Config management</a:t>
            </a:r>
          </a:p>
          <a:p>
            <a:r>
              <a:rPr lang="en-AU" dirty="0"/>
              <a:t>Infra export</a:t>
            </a:r>
          </a:p>
        </p:txBody>
      </p:sp>
    </p:spTree>
    <p:extLst>
      <p:ext uri="{BB962C8B-B14F-4D97-AF65-F5344CB8AC3E}">
        <p14:creationId xmlns:p14="http://schemas.microsoft.com/office/powerpoint/2010/main" val="133196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4C736-0F43-0A6D-051B-032B2C810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Hold up, what actually is this Aspire 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8BCAE-23B5-BF22-DAC5-2795093A2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776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2D0EB-B21C-5A49-E1DF-8085AB15F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F2CC-5685-E47D-A99F-387EA1DAB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3343-8E78-A466-5F7E-645FA8A58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Several </a:t>
            </a:r>
            <a:r>
              <a:rPr lang="en-AU" dirty="0" err="1"/>
              <a:t>aspnetcore</a:t>
            </a:r>
            <a:r>
              <a:rPr lang="en-AU" dirty="0"/>
              <a:t> apps</a:t>
            </a:r>
          </a:p>
          <a:p>
            <a:r>
              <a:rPr lang="en-AU" dirty="0"/>
              <a:t>React UIs</a:t>
            </a:r>
          </a:p>
          <a:p>
            <a:r>
              <a:rPr lang="en-AU" dirty="0"/>
              <a:t>Azure function for funsies</a:t>
            </a:r>
          </a:p>
          <a:p>
            <a:r>
              <a:rPr lang="en-AU" dirty="0"/>
              <a:t>SQL server database and Postgres DB</a:t>
            </a:r>
          </a:p>
          <a:p>
            <a:r>
              <a:rPr lang="en-AU" dirty="0"/>
              <a:t>Seq (could be any others OR even none)</a:t>
            </a:r>
          </a:p>
          <a:p>
            <a:r>
              <a:rPr lang="en-AU" dirty="0"/>
              <a:t>Database managers (pg4admin, SQL???)</a:t>
            </a:r>
          </a:p>
          <a:p>
            <a:r>
              <a:rPr lang="en-AU" dirty="0"/>
              <a:t>User Secrets for local overrides</a:t>
            </a:r>
          </a:p>
        </p:txBody>
      </p:sp>
    </p:spTree>
    <p:extLst>
      <p:ext uri="{BB962C8B-B14F-4D97-AF65-F5344CB8AC3E}">
        <p14:creationId xmlns:p14="http://schemas.microsoft.com/office/powerpoint/2010/main" val="446273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714D8E-852A-F60C-0344-4C46397D7D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DEMO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1ABCFF-B076-45DD-BA14-1E0F629DED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502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BF55-4D01-6B39-2B6F-1FA620A8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Sounds too good to be true…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D12DC-F261-CD33-0C3D-E9266D16D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Friction for running day to day</a:t>
            </a:r>
          </a:p>
          <a:p>
            <a:r>
              <a:rPr lang="en-US" dirty="0"/>
              <a:t>Still a decent amount of work to get running</a:t>
            </a:r>
          </a:p>
          <a:p>
            <a:r>
              <a:rPr lang="en-US" dirty="0"/>
              <a:t>Don't forget to actually setup your infra correctly so when you deploy there are things to override... </a:t>
            </a:r>
          </a:p>
          <a:p>
            <a:r>
              <a:rPr lang="en-US" dirty="0"/>
              <a:t>Harder to understand the flow? </a:t>
            </a:r>
          </a:p>
          <a:p>
            <a:r>
              <a:rPr lang="en-US" dirty="0"/>
              <a:t>Sometimes, people just don't like it </a:t>
            </a:r>
            <a:r>
              <a:rPr lang="en-AU" dirty="0"/>
              <a:t>¯\_(ツ)_/¯</a:t>
            </a:r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2411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FFFFFF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340</Words>
  <Application>Microsoft Office PowerPoint</Application>
  <PresentationFormat>Widescreen</PresentationFormat>
  <Paragraphs>64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Aspire: Onboarding and dev experience of the future?</vt:lpstr>
      <vt:lpstr>Onboarding: Past and future?</vt:lpstr>
      <vt:lpstr>The brownfields onboarding process</vt:lpstr>
      <vt:lpstr>Some brownfields onboarding tropes</vt:lpstr>
      <vt:lpstr>Fixing all that with Aspire!</vt:lpstr>
      <vt:lpstr>And moar!</vt:lpstr>
      <vt:lpstr>Hold up, what actually is this Aspire thing?</vt:lpstr>
      <vt:lpstr>Demo setup</vt:lpstr>
      <vt:lpstr>DEMO</vt:lpstr>
      <vt:lpstr>Sounds too good to be true…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Kael Larkin</dc:creator>
  <cp:lastModifiedBy>Kael Larkin</cp:lastModifiedBy>
  <cp:revision>14</cp:revision>
  <dcterms:created xsi:type="dcterms:W3CDTF">2026-04-01T02:06:52Z</dcterms:created>
  <dcterms:modified xsi:type="dcterms:W3CDTF">2026-04-01T03:29:54Z</dcterms:modified>
</cp:coreProperties>
</file>